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AI-Driven Developer Stress Prediction</a:t>
            </a:r>
          </a:p>
          <a:p>
            <a:r>
              <a:t>Using Machine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ML Project Presentation</a:t>
            </a:r>
          </a:p>
          <a:p>
            <a:r>
              <a:t>Vedika Avinash Patil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Predict stress levels of developers using ML</a:t>
            </a:r>
          </a:p>
          <a:p>
            <a:r>
              <a:t>• Uses performance &amp; behavioral metrics</a:t>
            </a:r>
          </a:p>
          <a:p>
            <a:r>
              <a:t>• Helps reduce burnout and improve productivity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Build a machine learning model to predict developer stress</a:t>
            </a:r>
          </a:p>
          <a:p>
            <a:r>
              <a:t>based on productivity, sleep, and cognitive load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Description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1000 records (CSV)</a:t>
            </a:r>
          </a:p>
          <a:p>
            <a:r>
              <a:t>• Performance &amp; behavioral features</a:t>
            </a:r>
          </a:p>
          <a:p>
            <a:r>
              <a:t>• Target: Stress_Level (0–100)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Coding Hours</a:t>
            </a:r>
          </a:p>
          <a:p>
            <a:r>
              <a:t>• Sleep Hours</a:t>
            </a:r>
          </a:p>
          <a:p>
            <a:r>
              <a:t>• Cognitive Load</a:t>
            </a:r>
          </a:p>
          <a:p>
            <a:r>
              <a:t>• Bugs Found &amp; Fixed</a:t>
            </a:r>
          </a:p>
          <a:p>
            <a:r>
              <a:t>• Task Duration</a:t>
            </a:r>
          </a:p>
          <a:p>
            <a:r>
              <a:t>• AI Usage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Data Cleaning &amp; EDA</a:t>
            </a:r>
          </a:p>
          <a:p>
            <a:r>
              <a:t>• Feature Scaling</a:t>
            </a:r>
          </a:p>
          <a:p>
            <a:r>
              <a:t>• Train-Test Split</a:t>
            </a:r>
          </a:p>
          <a:p>
            <a:r>
              <a:t>• Model Training</a:t>
            </a:r>
          </a:p>
          <a:p>
            <a:r>
              <a:t>• Evaluation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Linear Regression</a:t>
            </a:r>
          </a:p>
          <a:p>
            <a:r>
              <a:t>• Random Forest Regressor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Linear Regression: Baseline</a:t>
            </a:r>
          </a:p>
          <a:p>
            <a:r>
              <a:t>• Random Forest: ~88% accuracy</a:t>
            </a:r>
          </a:p>
          <a:p>
            <a:r>
              <a:t>• Random Forest selected as final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Cognitive load strongly impacts stress</a:t>
            </a:r>
          </a:p>
          <a:p>
            <a:r>
              <a:t>• Less sleep increases stress</a:t>
            </a:r>
          </a:p>
          <a:p>
            <a:r>
              <a:t>• Moderate AI usage reduces burnout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Python</a:t>
            </a:r>
          </a:p>
          <a:p>
            <a:r>
              <a:t>• Pandas &amp; NumPy</a:t>
            </a:r>
          </a:p>
          <a:p>
            <a:r>
              <a:t>• Matplotlib</a:t>
            </a:r>
          </a:p>
          <a:p>
            <a:r>
              <a:t>• Scikit-learn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Burnout prediction</a:t>
            </a:r>
          </a:p>
          <a:p>
            <a:r>
              <a:t>• Workforce analytics</a:t>
            </a:r>
          </a:p>
          <a:p>
            <a:r>
              <a:t>• Productivity optimization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&amp; 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Limitations:</a:t>
            </a:r>
          </a:p>
          <a:p>
            <a:r>
              <a:t>• Simulated dataset</a:t>
            </a:r>
          </a:p>
          <a:p/>
          <a:p>
            <a:r>
              <a:t>Future Scope:</a:t>
            </a:r>
          </a:p>
          <a:p>
            <a:r>
              <a:t>• Real-time data</a:t>
            </a:r>
          </a:p>
          <a:p>
            <a:r>
              <a:t>• Web app deployment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Machine learning can effectively predict</a:t>
            </a:r>
          </a:p>
          <a:p>
            <a:r>
              <a:t>developer stress and support healthier workplaces.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Questions?</a:t>
            </a:r>
          </a:p>
          <a:p/>
          <a:p>
            <a:r>
              <a:t>GitHub: ai-developer-stress-prediction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