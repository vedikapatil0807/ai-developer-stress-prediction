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53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170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40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29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556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959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94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58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44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019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642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243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504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077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838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341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04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13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  <p:sldLayoutId id="2147483965" r:id="rId12"/>
    <p:sldLayoutId id="2147483966" r:id="rId13"/>
    <p:sldLayoutId id="2147483967" r:id="rId14"/>
    <p:sldLayoutId id="2147483968" r:id="rId15"/>
    <p:sldLayoutId id="2147483969" r:id="rId16"/>
    <p:sldLayoutId id="214748397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edikapatil0807/ai-developer-stress-prediction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AI-Driven Developer Stress Prediction</a:t>
            </a:r>
          </a:p>
          <a:p>
            <a:r>
              <a:t>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ML Project Presentation</a:t>
            </a:r>
          </a:p>
          <a:p>
            <a:r>
              <a:t>Vedika Avinash Patil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stress levels of developers using ML</a:t>
            </a:r>
          </a:p>
          <a:p>
            <a:r>
              <a:rPr dirty="0"/>
              <a:t>Uses performance &amp; behavioral metrics</a:t>
            </a:r>
          </a:p>
          <a:p>
            <a:r>
              <a:rPr dirty="0"/>
              <a:t>Helps reduce burnout and improve productivity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machine learning model to predict developer stress</a:t>
            </a:r>
          </a:p>
          <a:p>
            <a:r>
              <a:t>based on productivity, sleep, and cognitive load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1000 records (CSV)</a:t>
            </a:r>
          </a:p>
          <a:p>
            <a:r>
              <a:rPr dirty="0"/>
              <a:t>Performance &amp; behavioral features</a:t>
            </a:r>
          </a:p>
          <a:p>
            <a:r>
              <a:rPr dirty="0"/>
              <a:t>Target: Stress_Level (0–100)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Coding Hours</a:t>
            </a:r>
          </a:p>
          <a:p>
            <a:r>
              <a:rPr dirty="0"/>
              <a:t> Sleep Hours</a:t>
            </a:r>
          </a:p>
          <a:p>
            <a:r>
              <a:rPr dirty="0"/>
              <a:t> Cognitive Load</a:t>
            </a:r>
          </a:p>
          <a:p>
            <a:r>
              <a:rPr dirty="0"/>
              <a:t> Bugs Found &amp; Fixed</a:t>
            </a:r>
          </a:p>
          <a:p>
            <a:r>
              <a:rPr lang="en-IN" dirty="0"/>
              <a:t> </a:t>
            </a:r>
            <a:r>
              <a:rPr dirty="0"/>
              <a:t>Task Duration</a:t>
            </a:r>
          </a:p>
          <a:p>
            <a:r>
              <a:rPr dirty="0"/>
              <a:t> AI Usage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Cleaning &amp; EDA</a:t>
            </a:r>
          </a:p>
          <a:p>
            <a:r>
              <a:rPr dirty="0"/>
              <a:t>Feature Scaling</a:t>
            </a:r>
          </a:p>
          <a:p>
            <a:r>
              <a:rPr dirty="0"/>
              <a:t>Train-Test Split</a:t>
            </a:r>
          </a:p>
          <a:p>
            <a:r>
              <a:rPr dirty="0"/>
              <a:t>Model Training</a:t>
            </a:r>
          </a:p>
          <a:p>
            <a:r>
              <a:rPr dirty="0"/>
              <a:t>Evaluation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ML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</a:t>
            </a:r>
          </a:p>
          <a:p>
            <a:r>
              <a:rPr dirty="0"/>
              <a:t>Random Forest Regressor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Linear Regression: Baseline</a:t>
            </a:r>
          </a:p>
          <a:p>
            <a:r>
              <a:rPr dirty="0"/>
              <a:t>Random Forest: ~88% accuracy</a:t>
            </a:r>
          </a:p>
          <a:p>
            <a:r>
              <a:rPr dirty="0"/>
              <a:t>Random Forest selected as final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Cognitive load strongly impacts stress</a:t>
            </a:r>
          </a:p>
          <a:p>
            <a:r>
              <a:rPr dirty="0"/>
              <a:t>Less sleep increases stress</a:t>
            </a:r>
          </a:p>
          <a:p>
            <a:r>
              <a:rPr dirty="0"/>
              <a:t>Moderate AI usage reduces burnout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</a:t>
            </a:r>
          </a:p>
          <a:p>
            <a:r>
              <a:rPr dirty="0"/>
              <a:t>Pandas &amp; NumPy</a:t>
            </a:r>
          </a:p>
          <a:p>
            <a:r>
              <a:rPr dirty="0"/>
              <a:t>Matplotlib</a:t>
            </a:r>
          </a:p>
          <a:p>
            <a:r>
              <a:rPr dirty="0"/>
              <a:t>Scikit-learn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Burnout prediction</a:t>
            </a:r>
          </a:p>
          <a:p>
            <a:r>
              <a:rPr dirty="0"/>
              <a:t>Workforce analytics</a:t>
            </a:r>
          </a:p>
          <a:p>
            <a:r>
              <a:rPr dirty="0"/>
              <a:t>Productivity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Limitations:</a:t>
            </a:r>
          </a:p>
          <a:p>
            <a:r>
              <a:rPr dirty="0"/>
              <a:t>Simulated dataset</a:t>
            </a:r>
          </a:p>
          <a:p>
            <a:endParaRPr dirty="0"/>
          </a:p>
          <a:p>
            <a:r>
              <a:rPr dirty="0"/>
              <a:t>Future Scope:</a:t>
            </a:r>
          </a:p>
          <a:p>
            <a:r>
              <a:rPr dirty="0"/>
              <a:t>Real-time data</a:t>
            </a:r>
          </a:p>
          <a:p>
            <a:r>
              <a:rPr dirty="0"/>
              <a:t>Web app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can effectively predict</a:t>
            </a:r>
          </a:p>
          <a:p>
            <a:r>
              <a:t>developer stress and support healthier workplaces.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Questions?</a:t>
            </a:r>
          </a:p>
          <a:p>
            <a:endParaRPr dirty="0"/>
          </a:p>
          <a:p>
            <a:r>
              <a:rPr dirty="0"/>
              <a:t>GitHub: ai-developer-stress-prediction</a:t>
            </a:r>
            <a:endParaRPr lang="en-IN" dirty="0"/>
          </a:p>
          <a:p>
            <a:r>
              <a:rPr lang="en-IN" dirty="0"/>
              <a:t>https://github.com/vedikapatil0807/</a:t>
            </a:r>
            <a:r>
              <a:rPr lang="en-IN" dirty="0">
                <a:hlinkClick r:id="rId2"/>
              </a:rPr>
              <a:t>ai-developer-stress-prediction</a:t>
            </a:r>
            <a:endParaRPr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7</TotalTime>
  <Words>211</Words>
  <Application>Microsoft Office PowerPoint</Application>
  <PresentationFormat>On-screen Show (4:3)</PresentationFormat>
  <Paragraphs>63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Ion Boardroom</vt:lpstr>
      <vt:lpstr>AI-Driven Developer Stress Prediction Using Machine Learning</vt:lpstr>
      <vt:lpstr>Project Overview</vt:lpstr>
      <vt:lpstr>Problem Statement</vt:lpstr>
      <vt:lpstr>Dataset Description</vt:lpstr>
      <vt:lpstr>Features Used</vt:lpstr>
      <vt:lpstr>Methodology</vt:lpstr>
      <vt:lpstr>ML Models</vt:lpstr>
      <vt:lpstr>Model Performance</vt:lpstr>
      <vt:lpstr>Key Insights</vt:lpstr>
      <vt:lpstr>Technologies</vt:lpstr>
      <vt:lpstr>Business Use Cases</vt:lpstr>
      <vt:lpstr>Limitations &amp; Future Scope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</dc:creator>
  <cp:keywords/>
  <dc:description>generated using python-pptx</dc:description>
  <cp:lastModifiedBy>vedika patil</cp:lastModifiedBy>
  <cp:revision>2</cp:revision>
  <dcterms:created xsi:type="dcterms:W3CDTF">2013-01-27T09:14:16Z</dcterms:created>
  <dcterms:modified xsi:type="dcterms:W3CDTF">2025-12-23T09:19:59Z</dcterms:modified>
  <cp:category/>
</cp:coreProperties>
</file>